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F3F2F3"/>
    <a:srgbClr val="4DBFEF"/>
    <a:srgbClr val="E4362E"/>
    <a:srgbClr val="F29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4B6BC4-E41A-440B-9B52-BD6146B5C33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5618DC5-486A-4C34-97D1-8202FB9BBF91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1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Анализ </a:t>
          </a: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предметной</a:t>
          </a: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области и сбор требований</a:t>
          </a:r>
        </a:p>
      </dgm:t>
    </dgm:pt>
    <dgm:pt modelId="{44F46BA1-D173-46C6-90A7-8FAB89D7F3B3}" type="parTrans" cxnId="{3337382C-F8B8-4ADB-8CEB-91D2A48D4E22}">
      <dgm:prSet/>
      <dgm:spPr/>
      <dgm:t>
        <a:bodyPr/>
        <a:lstStyle/>
        <a:p>
          <a:endParaRPr lang="ru-RU"/>
        </a:p>
      </dgm:t>
    </dgm:pt>
    <dgm:pt modelId="{D6851801-0AE8-423B-8ABF-3B8B4DF870C6}" type="sibTrans" cxnId="{3337382C-F8B8-4ADB-8CEB-91D2A48D4E22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1DC7E920-6278-448E-88E5-0458F9F5546C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2 Проектирование архитектуры и базы данных</a:t>
          </a:r>
        </a:p>
      </dgm:t>
    </dgm:pt>
    <dgm:pt modelId="{12A20007-E0AC-43EB-93FA-6944F83F2B80}" type="parTrans" cxnId="{7C267478-A0B1-49EE-BF85-808CA0264704}">
      <dgm:prSet/>
      <dgm:spPr/>
      <dgm:t>
        <a:bodyPr/>
        <a:lstStyle/>
        <a:p>
          <a:endParaRPr lang="ru-RU"/>
        </a:p>
      </dgm:t>
    </dgm:pt>
    <dgm:pt modelId="{9CB6278A-7873-4448-A652-34451810762B}" type="sibTrans" cxnId="{7C267478-A0B1-49EE-BF85-808CA0264704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0FC49C22-0C2D-4EF4-B84C-04FEC6EDC7F2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3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базы данных и моделей данных</a:t>
          </a:r>
        </a:p>
      </dgm:t>
    </dgm:pt>
    <dgm:pt modelId="{929D1EE3-F951-4A26-885B-123D1D6DE44B}" type="parTrans" cxnId="{3A887465-9E01-476B-B756-6BBB08B04781}">
      <dgm:prSet/>
      <dgm:spPr/>
      <dgm:t>
        <a:bodyPr/>
        <a:lstStyle/>
        <a:p>
          <a:endParaRPr lang="ru-RU"/>
        </a:p>
      </dgm:t>
    </dgm:pt>
    <dgm:pt modelId="{975B148A-244F-4651-9DA9-6524A153B79B}" type="sibTrans" cxnId="{3A887465-9E01-476B-B756-6BBB08B04781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0A73D22C-F56A-47F6-A638-66423EFF0CEC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4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серверной логики</a:t>
          </a:r>
        </a:p>
      </dgm:t>
    </dgm:pt>
    <dgm:pt modelId="{716F6165-2556-47EC-B8E1-76D106F2EB25}" type="parTrans" cxnId="{3526AFB9-D062-4D06-BAF4-414DC9069ED5}">
      <dgm:prSet/>
      <dgm:spPr/>
      <dgm:t>
        <a:bodyPr/>
        <a:lstStyle/>
        <a:p>
          <a:endParaRPr lang="ru-RU"/>
        </a:p>
      </dgm:t>
    </dgm:pt>
    <dgm:pt modelId="{73640AA1-5602-4BD1-A375-F08DAE1F9598}" type="sibTrans" cxnId="{3526AFB9-D062-4D06-BAF4-414DC9069ED5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292AD81B-147D-48E5-8A48-C5CD4997371D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5 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пользовательского интерфейса</a:t>
          </a:r>
        </a:p>
      </dgm:t>
    </dgm:pt>
    <dgm:pt modelId="{62A099A3-9A1C-4282-9095-0C3E9EA4DEB0}" type="parTrans" cxnId="{C026F95B-6494-4C59-8877-EB008194DD39}">
      <dgm:prSet/>
      <dgm:spPr/>
      <dgm:t>
        <a:bodyPr/>
        <a:lstStyle/>
        <a:p>
          <a:endParaRPr lang="ru-RU"/>
        </a:p>
      </dgm:t>
    </dgm:pt>
    <dgm:pt modelId="{D399EA79-9FB8-4E3B-970C-FF7C18DB01FE}" type="sibTrans" cxnId="{C026F95B-6494-4C59-8877-EB008194DD39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8741C405-5DAA-487E-8C67-42DD01133D22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6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Реализация управления транзакциями</a:t>
          </a:r>
        </a:p>
      </dgm:t>
    </dgm:pt>
    <dgm:pt modelId="{BA21F31E-2B2D-4968-9BFF-FDD3BA6D39F4}" type="parTrans" cxnId="{6B7F545A-E07E-475C-B4EC-74D6F3EE23B4}">
      <dgm:prSet/>
      <dgm:spPr/>
      <dgm:t>
        <a:bodyPr/>
        <a:lstStyle/>
        <a:p>
          <a:endParaRPr lang="ru-RU"/>
        </a:p>
      </dgm:t>
    </dgm:pt>
    <dgm:pt modelId="{072ABD8B-9541-42B0-BB76-8FF44148F09D}" type="sibTrans" cxnId="{6B7F545A-E07E-475C-B4EC-74D6F3EE23B4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39450756-1AC5-470C-9772-B0D4C2B0B1CA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7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Тестирование и отладка</a:t>
          </a:r>
        </a:p>
      </dgm:t>
    </dgm:pt>
    <dgm:pt modelId="{843C7EC4-F064-484B-8631-C4D5D14C8366}" type="parTrans" cxnId="{7481402E-48E3-4B40-B780-E39AFAF4A86D}">
      <dgm:prSet/>
      <dgm:spPr/>
      <dgm:t>
        <a:bodyPr/>
        <a:lstStyle/>
        <a:p>
          <a:endParaRPr lang="ru-RU"/>
        </a:p>
      </dgm:t>
    </dgm:pt>
    <dgm:pt modelId="{0B81FA06-C379-40AA-A766-43A3DBA8D468}" type="sibTrans" cxnId="{7481402E-48E3-4B40-B780-E39AFAF4A86D}">
      <dgm:prSet/>
      <dgm:spPr>
        <a:ln w="12700">
          <a:solidFill>
            <a:srgbClr val="E4362E"/>
          </a:solidFill>
        </a:ln>
      </dgm:spPr>
      <dgm:t>
        <a:bodyPr/>
        <a:lstStyle/>
        <a:p>
          <a:endParaRPr lang="ru-RU"/>
        </a:p>
      </dgm:t>
    </dgm:pt>
    <dgm:pt modelId="{A9ABBBAF-AC2A-4E25-8E93-F00F0554729B}">
      <dgm:prSet phldrT="[Текст]" custT="1"/>
      <dgm:spPr>
        <a:solidFill>
          <a:srgbClr val="F3F2F3"/>
        </a:solidFill>
        <a:ln w="19050">
          <a:solidFill>
            <a:srgbClr val="4DBFEF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8</a:t>
          </a:r>
        </a:p>
        <a:p>
          <a:pPr>
            <a:lnSpc>
              <a:spcPct val="100000"/>
            </a:lnSpc>
            <a:spcAft>
              <a:spcPts val="0"/>
            </a:spcAft>
            <a:buNone/>
          </a:pPr>
          <a:r>
            <a:rPr lang="ru-RU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Документирование</a:t>
          </a:r>
        </a:p>
      </dgm:t>
    </dgm:pt>
    <dgm:pt modelId="{F1EA593F-5BE3-4D19-93BB-1B5F6F74C15A}" type="parTrans" cxnId="{062EBC85-5304-4214-BC1B-F1D320DDBD40}">
      <dgm:prSet/>
      <dgm:spPr/>
      <dgm:t>
        <a:bodyPr/>
        <a:lstStyle/>
        <a:p>
          <a:endParaRPr lang="ru-RU"/>
        </a:p>
      </dgm:t>
    </dgm:pt>
    <dgm:pt modelId="{A8F15957-5D3B-4DF6-90E3-417EC5714690}" type="sibTrans" cxnId="{062EBC85-5304-4214-BC1B-F1D320DDBD40}">
      <dgm:prSet/>
      <dgm:spPr/>
      <dgm:t>
        <a:bodyPr/>
        <a:lstStyle/>
        <a:p>
          <a:endParaRPr lang="ru-RU"/>
        </a:p>
      </dgm:t>
    </dgm:pt>
    <dgm:pt modelId="{0585D3A6-3D04-4690-8015-2CDDF7F72D11}" type="pres">
      <dgm:prSet presAssocID="{B14B6BC4-E41A-440B-9B52-BD6146B5C338}" presName="Name0" presStyleCnt="0">
        <dgm:presLayoutVars>
          <dgm:dir/>
          <dgm:resizeHandles val="exact"/>
        </dgm:presLayoutVars>
      </dgm:prSet>
      <dgm:spPr/>
    </dgm:pt>
    <dgm:pt modelId="{9640BC43-4392-4D6E-B9C5-57757602266D}" type="pres">
      <dgm:prSet presAssocID="{C5618DC5-486A-4C34-97D1-8202FB9BBF91}" presName="node" presStyleLbl="node1" presStyleIdx="0" presStyleCnt="8">
        <dgm:presLayoutVars>
          <dgm:bulletEnabled val="1"/>
        </dgm:presLayoutVars>
      </dgm:prSet>
      <dgm:spPr/>
    </dgm:pt>
    <dgm:pt modelId="{0B843173-6568-43A7-95C0-4A84E0C42738}" type="pres">
      <dgm:prSet presAssocID="{D6851801-0AE8-423B-8ABF-3B8B4DF870C6}" presName="sibTrans" presStyleLbl="sibTrans1D1" presStyleIdx="0" presStyleCnt="7"/>
      <dgm:spPr/>
    </dgm:pt>
    <dgm:pt modelId="{68F93E49-FB00-4BF8-8CFE-04599EE256F8}" type="pres">
      <dgm:prSet presAssocID="{D6851801-0AE8-423B-8ABF-3B8B4DF870C6}" presName="connectorText" presStyleLbl="sibTrans1D1" presStyleIdx="0" presStyleCnt="7"/>
      <dgm:spPr/>
    </dgm:pt>
    <dgm:pt modelId="{8771D23C-85D2-431D-B671-AFCC232F93E7}" type="pres">
      <dgm:prSet presAssocID="{1DC7E920-6278-448E-88E5-0458F9F5546C}" presName="node" presStyleLbl="node1" presStyleIdx="1" presStyleCnt="8">
        <dgm:presLayoutVars>
          <dgm:bulletEnabled val="1"/>
        </dgm:presLayoutVars>
      </dgm:prSet>
      <dgm:spPr/>
    </dgm:pt>
    <dgm:pt modelId="{7952D0EE-12E4-4D4B-833D-9C510A5D2998}" type="pres">
      <dgm:prSet presAssocID="{9CB6278A-7873-4448-A652-34451810762B}" presName="sibTrans" presStyleLbl="sibTrans1D1" presStyleIdx="1" presStyleCnt="7"/>
      <dgm:spPr/>
    </dgm:pt>
    <dgm:pt modelId="{34D9F2F9-F3FF-4BC3-B16F-49850F77C507}" type="pres">
      <dgm:prSet presAssocID="{9CB6278A-7873-4448-A652-34451810762B}" presName="connectorText" presStyleLbl="sibTrans1D1" presStyleIdx="1" presStyleCnt="7"/>
      <dgm:spPr/>
    </dgm:pt>
    <dgm:pt modelId="{F4044D02-5484-4494-B54A-F24CED3244C3}" type="pres">
      <dgm:prSet presAssocID="{0FC49C22-0C2D-4EF4-B84C-04FEC6EDC7F2}" presName="node" presStyleLbl="node1" presStyleIdx="2" presStyleCnt="8">
        <dgm:presLayoutVars>
          <dgm:bulletEnabled val="1"/>
        </dgm:presLayoutVars>
      </dgm:prSet>
      <dgm:spPr/>
    </dgm:pt>
    <dgm:pt modelId="{0C104E80-BB26-4D07-8395-830A2A67EC25}" type="pres">
      <dgm:prSet presAssocID="{975B148A-244F-4651-9DA9-6524A153B79B}" presName="sibTrans" presStyleLbl="sibTrans1D1" presStyleIdx="2" presStyleCnt="7"/>
      <dgm:spPr/>
    </dgm:pt>
    <dgm:pt modelId="{C9625CCA-1101-449B-A533-4C3DEAC63549}" type="pres">
      <dgm:prSet presAssocID="{975B148A-244F-4651-9DA9-6524A153B79B}" presName="connectorText" presStyleLbl="sibTrans1D1" presStyleIdx="2" presStyleCnt="7"/>
      <dgm:spPr/>
    </dgm:pt>
    <dgm:pt modelId="{EF091A1D-E1C9-4CCD-AB46-92769FD01087}" type="pres">
      <dgm:prSet presAssocID="{0A73D22C-F56A-47F6-A638-66423EFF0CEC}" presName="node" presStyleLbl="node1" presStyleIdx="3" presStyleCnt="8">
        <dgm:presLayoutVars>
          <dgm:bulletEnabled val="1"/>
        </dgm:presLayoutVars>
      </dgm:prSet>
      <dgm:spPr/>
    </dgm:pt>
    <dgm:pt modelId="{E20C3111-22BE-46B8-BE21-7F74C2E20184}" type="pres">
      <dgm:prSet presAssocID="{73640AA1-5602-4BD1-A375-F08DAE1F9598}" presName="sibTrans" presStyleLbl="sibTrans1D1" presStyleIdx="3" presStyleCnt="7"/>
      <dgm:spPr/>
    </dgm:pt>
    <dgm:pt modelId="{AAC7E214-0FD5-4D71-A1C4-6C81C59AE36B}" type="pres">
      <dgm:prSet presAssocID="{73640AA1-5602-4BD1-A375-F08DAE1F9598}" presName="connectorText" presStyleLbl="sibTrans1D1" presStyleIdx="3" presStyleCnt="7"/>
      <dgm:spPr/>
    </dgm:pt>
    <dgm:pt modelId="{B344DD91-990F-4215-98BC-F22F7BF32146}" type="pres">
      <dgm:prSet presAssocID="{292AD81B-147D-48E5-8A48-C5CD4997371D}" presName="node" presStyleLbl="node1" presStyleIdx="4" presStyleCnt="8" custLinFactNeighborX="-93" custLinFactNeighborY="207">
        <dgm:presLayoutVars>
          <dgm:bulletEnabled val="1"/>
        </dgm:presLayoutVars>
      </dgm:prSet>
      <dgm:spPr/>
    </dgm:pt>
    <dgm:pt modelId="{59154EE4-952A-486F-87D0-7EC0D5BBFE9B}" type="pres">
      <dgm:prSet presAssocID="{D399EA79-9FB8-4E3B-970C-FF7C18DB01FE}" presName="sibTrans" presStyleLbl="sibTrans1D1" presStyleIdx="4" presStyleCnt="7"/>
      <dgm:spPr/>
    </dgm:pt>
    <dgm:pt modelId="{FB479620-6995-4CE3-99EE-9C43CAC4EAB6}" type="pres">
      <dgm:prSet presAssocID="{D399EA79-9FB8-4E3B-970C-FF7C18DB01FE}" presName="connectorText" presStyleLbl="sibTrans1D1" presStyleIdx="4" presStyleCnt="7"/>
      <dgm:spPr/>
    </dgm:pt>
    <dgm:pt modelId="{ABB54F77-0C27-4574-B04D-49C04A560640}" type="pres">
      <dgm:prSet presAssocID="{8741C405-5DAA-487E-8C67-42DD01133D22}" presName="node" presStyleLbl="node1" presStyleIdx="5" presStyleCnt="8">
        <dgm:presLayoutVars>
          <dgm:bulletEnabled val="1"/>
        </dgm:presLayoutVars>
      </dgm:prSet>
      <dgm:spPr/>
    </dgm:pt>
    <dgm:pt modelId="{B411176A-8AD9-430D-B018-6E966ECE252A}" type="pres">
      <dgm:prSet presAssocID="{072ABD8B-9541-42B0-BB76-8FF44148F09D}" presName="sibTrans" presStyleLbl="sibTrans1D1" presStyleIdx="5" presStyleCnt="7"/>
      <dgm:spPr/>
    </dgm:pt>
    <dgm:pt modelId="{FFD29F42-18C5-4533-BF53-BB9629A0C361}" type="pres">
      <dgm:prSet presAssocID="{072ABD8B-9541-42B0-BB76-8FF44148F09D}" presName="connectorText" presStyleLbl="sibTrans1D1" presStyleIdx="5" presStyleCnt="7"/>
      <dgm:spPr/>
    </dgm:pt>
    <dgm:pt modelId="{3647B39D-3B5E-4DFE-830B-4171B631EB38}" type="pres">
      <dgm:prSet presAssocID="{39450756-1AC5-470C-9772-B0D4C2B0B1CA}" presName="node" presStyleLbl="node1" presStyleIdx="6" presStyleCnt="8">
        <dgm:presLayoutVars>
          <dgm:bulletEnabled val="1"/>
        </dgm:presLayoutVars>
      </dgm:prSet>
      <dgm:spPr/>
    </dgm:pt>
    <dgm:pt modelId="{232AF5F8-5BC7-4E46-BA5E-A95F03AEFBA0}" type="pres">
      <dgm:prSet presAssocID="{0B81FA06-C379-40AA-A766-43A3DBA8D468}" presName="sibTrans" presStyleLbl="sibTrans1D1" presStyleIdx="6" presStyleCnt="7"/>
      <dgm:spPr/>
    </dgm:pt>
    <dgm:pt modelId="{703F07E3-75CA-4579-AB29-1DA8DB3B9A20}" type="pres">
      <dgm:prSet presAssocID="{0B81FA06-C379-40AA-A766-43A3DBA8D468}" presName="connectorText" presStyleLbl="sibTrans1D1" presStyleIdx="6" presStyleCnt="7"/>
      <dgm:spPr/>
    </dgm:pt>
    <dgm:pt modelId="{E52FA33B-6C3C-4AFA-AC96-8EBC769D0887}" type="pres">
      <dgm:prSet presAssocID="{A9ABBBAF-AC2A-4E25-8E93-F00F0554729B}" presName="node" presStyleLbl="node1" presStyleIdx="7" presStyleCnt="8">
        <dgm:presLayoutVars>
          <dgm:bulletEnabled val="1"/>
        </dgm:presLayoutVars>
      </dgm:prSet>
      <dgm:spPr/>
    </dgm:pt>
  </dgm:ptLst>
  <dgm:cxnLst>
    <dgm:cxn modelId="{B0EC2506-0E39-4935-825C-A915FB5C7C9D}" type="presOf" srcId="{39450756-1AC5-470C-9772-B0D4C2B0B1CA}" destId="{3647B39D-3B5E-4DFE-830B-4171B631EB38}" srcOrd="0" destOrd="0" presId="urn:microsoft.com/office/officeart/2005/8/layout/bProcess3"/>
    <dgm:cxn modelId="{3337382C-F8B8-4ADB-8CEB-91D2A48D4E22}" srcId="{B14B6BC4-E41A-440B-9B52-BD6146B5C338}" destId="{C5618DC5-486A-4C34-97D1-8202FB9BBF91}" srcOrd="0" destOrd="0" parTransId="{44F46BA1-D173-46C6-90A7-8FAB89D7F3B3}" sibTransId="{D6851801-0AE8-423B-8ABF-3B8B4DF870C6}"/>
    <dgm:cxn modelId="{7481402E-48E3-4B40-B780-E39AFAF4A86D}" srcId="{B14B6BC4-E41A-440B-9B52-BD6146B5C338}" destId="{39450756-1AC5-470C-9772-B0D4C2B0B1CA}" srcOrd="6" destOrd="0" parTransId="{843C7EC4-F064-484B-8631-C4D5D14C8366}" sibTransId="{0B81FA06-C379-40AA-A766-43A3DBA8D468}"/>
    <dgm:cxn modelId="{317C0B34-124F-4914-B7F4-BBDD384E0DBF}" type="presOf" srcId="{292AD81B-147D-48E5-8A48-C5CD4997371D}" destId="{B344DD91-990F-4215-98BC-F22F7BF32146}" srcOrd="0" destOrd="0" presId="urn:microsoft.com/office/officeart/2005/8/layout/bProcess3"/>
    <dgm:cxn modelId="{C026F95B-6494-4C59-8877-EB008194DD39}" srcId="{B14B6BC4-E41A-440B-9B52-BD6146B5C338}" destId="{292AD81B-147D-48E5-8A48-C5CD4997371D}" srcOrd="4" destOrd="0" parTransId="{62A099A3-9A1C-4282-9095-0C3E9EA4DEB0}" sibTransId="{D399EA79-9FB8-4E3B-970C-FF7C18DB01FE}"/>
    <dgm:cxn modelId="{245AB264-A88B-484B-9524-BF5E34364381}" type="presOf" srcId="{072ABD8B-9541-42B0-BB76-8FF44148F09D}" destId="{FFD29F42-18C5-4533-BF53-BB9629A0C361}" srcOrd="1" destOrd="0" presId="urn:microsoft.com/office/officeart/2005/8/layout/bProcess3"/>
    <dgm:cxn modelId="{3A887465-9E01-476B-B756-6BBB08B04781}" srcId="{B14B6BC4-E41A-440B-9B52-BD6146B5C338}" destId="{0FC49C22-0C2D-4EF4-B84C-04FEC6EDC7F2}" srcOrd="2" destOrd="0" parTransId="{929D1EE3-F951-4A26-885B-123D1D6DE44B}" sibTransId="{975B148A-244F-4651-9DA9-6524A153B79B}"/>
    <dgm:cxn modelId="{2EFD9E6D-D92A-4368-9B14-7F1B97397FEA}" type="presOf" srcId="{73640AA1-5602-4BD1-A375-F08DAE1F9598}" destId="{AAC7E214-0FD5-4D71-A1C4-6C81C59AE36B}" srcOrd="1" destOrd="0" presId="urn:microsoft.com/office/officeart/2005/8/layout/bProcess3"/>
    <dgm:cxn modelId="{669D474E-90F8-4121-89EB-7D8A8474CDDD}" type="presOf" srcId="{D399EA79-9FB8-4E3B-970C-FF7C18DB01FE}" destId="{FB479620-6995-4CE3-99EE-9C43CAC4EAB6}" srcOrd="1" destOrd="0" presId="urn:microsoft.com/office/officeart/2005/8/layout/bProcess3"/>
    <dgm:cxn modelId="{373B566E-A53B-4E8C-8E03-35C44C0A6FFD}" type="presOf" srcId="{9CB6278A-7873-4448-A652-34451810762B}" destId="{34D9F2F9-F3FF-4BC3-B16F-49850F77C507}" srcOrd="1" destOrd="0" presId="urn:microsoft.com/office/officeart/2005/8/layout/bProcess3"/>
    <dgm:cxn modelId="{8B7F0D71-7A4F-41C7-B924-55DE89803245}" type="presOf" srcId="{975B148A-244F-4651-9DA9-6524A153B79B}" destId="{C9625CCA-1101-449B-A533-4C3DEAC63549}" srcOrd="1" destOrd="0" presId="urn:microsoft.com/office/officeart/2005/8/layout/bProcess3"/>
    <dgm:cxn modelId="{5F5AE751-69B0-4F0C-A786-02AFD89D13A8}" type="presOf" srcId="{73640AA1-5602-4BD1-A375-F08DAE1F9598}" destId="{E20C3111-22BE-46B8-BE21-7F74C2E20184}" srcOrd="0" destOrd="0" presId="urn:microsoft.com/office/officeart/2005/8/layout/bProcess3"/>
    <dgm:cxn modelId="{CD327753-493F-4DEA-8B69-DF848E4BE8FB}" type="presOf" srcId="{8741C405-5DAA-487E-8C67-42DD01133D22}" destId="{ABB54F77-0C27-4574-B04D-49C04A560640}" srcOrd="0" destOrd="0" presId="urn:microsoft.com/office/officeart/2005/8/layout/bProcess3"/>
    <dgm:cxn modelId="{7C267478-A0B1-49EE-BF85-808CA0264704}" srcId="{B14B6BC4-E41A-440B-9B52-BD6146B5C338}" destId="{1DC7E920-6278-448E-88E5-0458F9F5546C}" srcOrd="1" destOrd="0" parTransId="{12A20007-E0AC-43EB-93FA-6944F83F2B80}" sibTransId="{9CB6278A-7873-4448-A652-34451810762B}"/>
    <dgm:cxn modelId="{6B7F545A-E07E-475C-B4EC-74D6F3EE23B4}" srcId="{B14B6BC4-E41A-440B-9B52-BD6146B5C338}" destId="{8741C405-5DAA-487E-8C67-42DD01133D22}" srcOrd="5" destOrd="0" parTransId="{BA21F31E-2B2D-4968-9BFF-FDD3BA6D39F4}" sibTransId="{072ABD8B-9541-42B0-BB76-8FF44148F09D}"/>
    <dgm:cxn modelId="{D21A6A7B-236F-4549-8B11-2B8805A45C07}" type="presOf" srcId="{C5618DC5-486A-4C34-97D1-8202FB9BBF91}" destId="{9640BC43-4392-4D6E-B9C5-57757602266D}" srcOrd="0" destOrd="0" presId="urn:microsoft.com/office/officeart/2005/8/layout/bProcess3"/>
    <dgm:cxn modelId="{D4674C7E-8A79-4483-AF68-79C1DCF9E3AE}" type="presOf" srcId="{0B81FA06-C379-40AA-A766-43A3DBA8D468}" destId="{703F07E3-75CA-4579-AB29-1DA8DB3B9A20}" srcOrd="1" destOrd="0" presId="urn:microsoft.com/office/officeart/2005/8/layout/bProcess3"/>
    <dgm:cxn modelId="{062EBC85-5304-4214-BC1B-F1D320DDBD40}" srcId="{B14B6BC4-E41A-440B-9B52-BD6146B5C338}" destId="{A9ABBBAF-AC2A-4E25-8E93-F00F0554729B}" srcOrd="7" destOrd="0" parTransId="{F1EA593F-5BE3-4D19-93BB-1B5F6F74C15A}" sibTransId="{A8F15957-5D3B-4DF6-90E3-417EC5714690}"/>
    <dgm:cxn modelId="{91E53C8F-A60E-4A4D-8218-AF6B9EAE9E7D}" type="presOf" srcId="{0FC49C22-0C2D-4EF4-B84C-04FEC6EDC7F2}" destId="{F4044D02-5484-4494-B54A-F24CED3244C3}" srcOrd="0" destOrd="0" presId="urn:microsoft.com/office/officeart/2005/8/layout/bProcess3"/>
    <dgm:cxn modelId="{5746798F-C113-46C0-AB27-50368974607B}" type="presOf" srcId="{072ABD8B-9541-42B0-BB76-8FF44148F09D}" destId="{B411176A-8AD9-430D-B018-6E966ECE252A}" srcOrd="0" destOrd="0" presId="urn:microsoft.com/office/officeart/2005/8/layout/bProcess3"/>
    <dgm:cxn modelId="{A3A54397-86D3-4769-940A-58922B30DC4F}" type="presOf" srcId="{975B148A-244F-4651-9DA9-6524A153B79B}" destId="{0C104E80-BB26-4D07-8395-830A2A67EC25}" srcOrd="0" destOrd="0" presId="urn:microsoft.com/office/officeart/2005/8/layout/bProcess3"/>
    <dgm:cxn modelId="{BAA268A8-FE6A-4050-8B64-CFF4B31975CF}" type="presOf" srcId="{D399EA79-9FB8-4E3B-970C-FF7C18DB01FE}" destId="{59154EE4-952A-486F-87D0-7EC0D5BBFE9B}" srcOrd="0" destOrd="0" presId="urn:microsoft.com/office/officeart/2005/8/layout/bProcess3"/>
    <dgm:cxn modelId="{3526AFB9-D062-4D06-BAF4-414DC9069ED5}" srcId="{B14B6BC4-E41A-440B-9B52-BD6146B5C338}" destId="{0A73D22C-F56A-47F6-A638-66423EFF0CEC}" srcOrd="3" destOrd="0" parTransId="{716F6165-2556-47EC-B8E1-76D106F2EB25}" sibTransId="{73640AA1-5602-4BD1-A375-F08DAE1F9598}"/>
    <dgm:cxn modelId="{0F366FC6-7CA1-44F7-A975-A969A686C672}" type="presOf" srcId="{0A73D22C-F56A-47F6-A638-66423EFF0CEC}" destId="{EF091A1D-E1C9-4CCD-AB46-92769FD01087}" srcOrd="0" destOrd="0" presId="urn:microsoft.com/office/officeart/2005/8/layout/bProcess3"/>
    <dgm:cxn modelId="{E64C5CC7-DD5A-48F6-872C-8ACA7008AB11}" type="presOf" srcId="{B14B6BC4-E41A-440B-9B52-BD6146B5C338}" destId="{0585D3A6-3D04-4690-8015-2CDDF7F72D11}" srcOrd="0" destOrd="0" presId="urn:microsoft.com/office/officeart/2005/8/layout/bProcess3"/>
    <dgm:cxn modelId="{D74524C9-0BD9-432A-9A7C-C8ACE6FBA849}" type="presOf" srcId="{D6851801-0AE8-423B-8ABF-3B8B4DF870C6}" destId="{0B843173-6568-43A7-95C0-4A84E0C42738}" srcOrd="0" destOrd="0" presId="urn:microsoft.com/office/officeart/2005/8/layout/bProcess3"/>
    <dgm:cxn modelId="{5141DBCC-42C5-4CF3-846E-D3B42320A189}" type="presOf" srcId="{A9ABBBAF-AC2A-4E25-8E93-F00F0554729B}" destId="{E52FA33B-6C3C-4AFA-AC96-8EBC769D0887}" srcOrd="0" destOrd="0" presId="urn:microsoft.com/office/officeart/2005/8/layout/bProcess3"/>
    <dgm:cxn modelId="{D93B60D3-E7A3-4E7B-AD54-DC0F5BAE6601}" type="presOf" srcId="{0B81FA06-C379-40AA-A766-43A3DBA8D468}" destId="{232AF5F8-5BC7-4E46-BA5E-A95F03AEFBA0}" srcOrd="0" destOrd="0" presId="urn:microsoft.com/office/officeart/2005/8/layout/bProcess3"/>
    <dgm:cxn modelId="{0E1277DD-08C3-49A1-B164-F26B00D74697}" type="presOf" srcId="{9CB6278A-7873-4448-A652-34451810762B}" destId="{7952D0EE-12E4-4D4B-833D-9C510A5D2998}" srcOrd="0" destOrd="0" presId="urn:microsoft.com/office/officeart/2005/8/layout/bProcess3"/>
    <dgm:cxn modelId="{139844E8-77D5-495B-9F05-7736B240D4E3}" type="presOf" srcId="{D6851801-0AE8-423B-8ABF-3B8B4DF870C6}" destId="{68F93E49-FB00-4BF8-8CFE-04599EE256F8}" srcOrd="1" destOrd="0" presId="urn:microsoft.com/office/officeart/2005/8/layout/bProcess3"/>
    <dgm:cxn modelId="{DF2AEFFF-62C0-46D9-9FB4-E881518B8AC4}" type="presOf" srcId="{1DC7E920-6278-448E-88E5-0458F9F5546C}" destId="{8771D23C-85D2-431D-B671-AFCC232F93E7}" srcOrd="0" destOrd="0" presId="urn:microsoft.com/office/officeart/2005/8/layout/bProcess3"/>
    <dgm:cxn modelId="{911D1E56-91CF-41CF-B34C-D7F168E22BEE}" type="presParOf" srcId="{0585D3A6-3D04-4690-8015-2CDDF7F72D11}" destId="{9640BC43-4392-4D6E-B9C5-57757602266D}" srcOrd="0" destOrd="0" presId="urn:microsoft.com/office/officeart/2005/8/layout/bProcess3"/>
    <dgm:cxn modelId="{90739A99-0D45-4837-99E2-1C9A110842D0}" type="presParOf" srcId="{0585D3A6-3D04-4690-8015-2CDDF7F72D11}" destId="{0B843173-6568-43A7-95C0-4A84E0C42738}" srcOrd="1" destOrd="0" presId="urn:microsoft.com/office/officeart/2005/8/layout/bProcess3"/>
    <dgm:cxn modelId="{395DB063-48D9-45A2-9512-3753E8F985AD}" type="presParOf" srcId="{0B843173-6568-43A7-95C0-4A84E0C42738}" destId="{68F93E49-FB00-4BF8-8CFE-04599EE256F8}" srcOrd="0" destOrd="0" presId="urn:microsoft.com/office/officeart/2005/8/layout/bProcess3"/>
    <dgm:cxn modelId="{D0D1EBBD-3C76-41EF-BD8A-B01691D8848B}" type="presParOf" srcId="{0585D3A6-3D04-4690-8015-2CDDF7F72D11}" destId="{8771D23C-85D2-431D-B671-AFCC232F93E7}" srcOrd="2" destOrd="0" presId="urn:microsoft.com/office/officeart/2005/8/layout/bProcess3"/>
    <dgm:cxn modelId="{96C9DF5E-81EE-4BF7-9DC0-BDE957684678}" type="presParOf" srcId="{0585D3A6-3D04-4690-8015-2CDDF7F72D11}" destId="{7952D0EE-12E4-4D4B-833D-9C510A5D2998}" srcOrd="3" destOrd="0" presId="urn:microsoft.com/office/officeart/2005/8/layout/bProcess3"/>
    <dgm:cxn modelId="{AA8C5317-76B2-4E56-865E-BE55BA6B5A5B}" type="presParOf" srcId="{7952D0EE-12E4-4D4B-833D-9C510A5D2998}" destId="{34D9F2F9-F3FF-4BC3-B16F-49850F77C507}" srcOrd="0" destOrd="0" presId="urn:microsoft.com/office/officeart/2005/8/layout/bProcess3"/>
    <dgm:cxn modelId="{1AD69888-1487-4BEC-A156-8E881A5664B2}" type="presParOf" srcId="{0585D3A6-3D04-4690-8015-2CDDF7F72D11}" destId="{F4044D02-5484-4494-B54A-F24CED3244C3}" srcOrd="4" destOrd="0" presId="urn:microsoft.com/office/officeart/2005/8/layout/bProcess3"/>
    <dgm:cxn modelId="{D63FB667-8172-4E7A-8FAD-CEB567DE821C}" type="presParOf" srcId="{0585D3A6-3D04-4690-8015-2CDDF7F72D11}" destId="{0C104E80-BB26-4D07-8395-830A2A67EC25}" srcOrd="5" destOrd="0" presId="urn:microsoft.com/office/officeart/2005/8/layout/bProcess3"/>
    <dgm:cxn modelId="{649BAB10-1ED6-4344-832F-69ADA479B438}" type="presParOf" srcId="{0C104E80-BB26-4D07-8395-830A2A67EC25}" destId="{C9625CCA-1101-449B-A533-4C3DEAC63549}" srcOrd="0" destOrd="0" presId="urn:microsoft.com/office/officeart/2005/8/layout/bProcess3"/>
    <dgm:cxn modelId="{FFE3D5E4-B06F-4180-A162-BF8A46BC4DC9}" type="presParOf" srcId="{0585D3A6-3D04-4690-8015-2CDDF7F72D11}" destId="{EF091A1D-E1C9-4CCD-AB46-92769FD01087}" srcOrd="6" destOrd="0" presId="urn:microsoft.com/office/officeart/2005/8/layout/bProcess3"/>
    <dgm:cxn modelId="{5278F7E2-07DC-4C4E-99B6-D1EF38F9209F}" type="presParOf" srcId="{0585D3A6-3D04-4690-8015-2CDDF7F72D11}" destId="{E20C3111-22BE-46B8-BE21-7F74C2E20184}" srcOrd="7" destOrd="0" presId="urn:microsoft.com/office/officeart/2005/8/layout/bProcess3"/>
    <dgm:cxn modelId="{FA6D7FF7-D46D-4C49-8905-84630C68FFE3}" type="presParOf" srcId="{E20C3111-22BE-46B8-BE21-7F74C2E20184}" destId="{AAC7E214-0FD5-4D71-A1C4-6C81C59AE36B}" srcOrd="0" destOrd="0" presId="urn:microsoft.com/office/officeart/2005/8/layout/bProcess3"/>
    <dgm:cxn modelId="{499158DA-8759-475D-8CBC-0A02CA44D0A6}" type="presParOf" srcId="{0585D3A6-3D04-4690-8015-2CDDF7F72D11}" destId="{B344DD91-990F-4215-98BC-F22F7BF32146}" srcOrd="8" destOrd="0" presId="urn:microsoft.com/office/officeart/2005/8/layout/bProcess3"/>
    <dgm:cxn modelId="{DD025780-CE84-4590-A73C-2C1FF11E327C}" type="presParOf" srcId="{0585D3A6-3D04-4690-8015-2CDDF7F72D11}" destId="{59154EE4-952A-486F-87D0-7EC0D5BBFE9B}" srcOrd="9" destOrd="0" presId="urn:microsoft.com/office/officeart/2005/8/layout/bProcess3"/>
    <dgm:cxn modelId="{83CDA45B-D026-48DF-820A-35C2A36F8DC4}" type="presParOf" srcId="{59154EE4-952A-486F-87D0-7EC0D5BBFE9B}" destId="{FB479620-6995-4CE3-99EE-9C43CAC4EAB6}" srcOrd="0" destOrd="0" presId="urn:microsoft.com/office/officeart/2005/8/layout/bProcess3"/>
    <dgm:cxn modelId="{F340F0DC-AAA3-430A-A83E-2A0753547A62}" type="presParOf" srcId="{0585D3A6-3D04-4690-8015-2CDDF7F72D11}" destId="{ABB54F77-0C27-4574-B04D-49C04A560640}" srcOrd="10" destOrd="0" presId="urn:microsoft.com/office/officeart/2005/8/layout/bProcess3"/>
    <dgm:cxn modelId="{45636539-FDCE-48CA-9A79-8F19C2CFF979}" type="presParOf" srcId="{0585D3A6-3D04-4690-8015-2CDDF7F72D11}" destId="{B411176A-8AD9-430D-B018-6E966ECE252A}" srcOrd="11" destOrd="0" presId="urn:microsoft.com/office/officeart/2005/8/layout/bProcess3"/>
    <dgm:cxn modelId="{F16BC3D4-3149-496D-909A-06C2F98AFC3B}" type="presParOf" srcId="{B411176A-8AD9-430D-B018-6E966ECE252A}" destId="{FFD29F42-18C5-4533-BF53-BB9629A0C361}" srcOrd="0" destOrd="0" presId="urn:microsoft.com/office/officeart/2005/8/layout/bProcess3"/>
    <dgm:cxn modelId="{9E76EE7C-9687-4BEA-821C-10092E904F7A}" type="presParOf" srcId="{0585D3A6-3D04-4690-8015-2CDDF7F72D11}" destId="{3647B39D-3B5E-4DFE-830B-4171B631EB38}" srcOrd="12" destOrd="0" presId="urn:microsoft.com/office/officeart/2005/8/layout/bProcess3"/>
    <dgm:cxn modelId="{A210BAD7-F5EB-4CCA-8256-BD792D9DF97B}" type="presParOf" srcId="{0585D3A6-3D04-4690-8015-2CDDF7F72D11}" destId="{232AF5F8-5BC7-4E46-BA5E-A95F03AEFBA0}" srcOrd="13" destOrd="0" presId="urn:microsoft.com/office/officeart/2005/8/layout/bProcess3"/>
    <dgm:cxn modelId="{9B00B2DA-567F-4B2C-B570-93E8FB1A9DE2}" type="presParOf" srcId="{232AF5F8-5BC7-4E46-BA5E-A95F03AEFBA0}" destId="{703F07E3-75CA-4579-AB29-1DA8DB3B9A20}" srcOrd="0" destOrd="0" presId="urn:microsoft.com/office/officeart/2005/8/layout/bProcess3"/>
    <dgm:cxn modelId="{FF9C3F24-0DCB-4EB6-9ACC-397FD4195F6E}" type="presParOf" srcId="{0585D3A6-3D04-4690-8015-2CDDF7F72D11}" destId="{E52FA33B-6C3C-4AFA-AC96-8EBC769D0887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43173-6568-43A7-95C0-4A84E0C42738}">
      <dsp:nvSpPr>
        <dsp:cNvPr id="0" name=""/>
        <dsp:cNvSpPr/>
      </dsp:nvSpPr>
      <dsp:spPr>
        <a:xfrm>
          <a:off x="2313392" y="1332493"/>
          <a:ext cx="501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7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550791" y="1375553"/>
        <a:ext cx="26599" cy="5319"/>
      </dsp:txXfrm>
    </dsp:sp>
    <dsp:sp modelId="{9640BC43-4392-4D6E-B9C5-57757602266D}">
      <dsp:nvSpPr>
        <dsp:cNvPr id="0" name=""/>
        <dsp:cNvSpPr/>
      </dsp:nvSpPr>
      <dsp:spPr>
        <a:xfrm>
          <a:off x="2159" y="684303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1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Анализ </a:t>
          </a: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предметной</a:t>
          </a: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области и сбор требований</a:t>
          </a:r>
        </a:p>
      </dsp:txBody>
      <dsp:txXfrm>
        <a:off x="2159" y="684303"/>
        <a:ext cx="2313033" cy="1387819"/>
      </dsp:txXfrm>
    </dsp:sp>
    <dsp:sp modelId="{7952D0EE-12E4-4D4B-833D-9C510A5D2998}">
      <dsp:nvSpPr>
        <dsp:cNvPr id="0" name=""/>
        <dsp:cNvSpPr/>
      </dsp:nvSpPr>
      <dsp:spPr>
        <a:xfrm>
          <a:off x="5158423" y="1332493"/>
          <a:ext cx="501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7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5395822" y="1375553"/>
        <a:ext cx="26599" cy="5319"/>
      </dsp:txXfrm>
    </dsp:sp>
    <dsp:sp modelId="{8771D23C-85D2-431D-B671-AFCC232F93E7}">
      <dsp:nvSpPr>
        <dsp:cNvPr id="0" name=""/>
        <dsp:cNvSpPr/>
      </dsp:nvSpPr>
      <dsp:spPr>
        <a:xfrm>
          <a:off x="2847190" y="684303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2 Проектирование архитектуры и базы данных</a:t>
          </a:r>
        </a:p>
      </dsp:txBody>
      <dsp:txXfrm>
        <a:off x="2847190" y="684303"/>
        <a:ext cx="2313033" cy="1387819"/>
      </dsp:txXfrm>
    </dsp:sp>
    <dsp:sp modelId="{0C104E80-BB26-4D07-8395-830A2A67EC25}">
      <dsp:nvSpPr>
        <dsp:cNvPr id="0" name=""/>
        <dsp:cNvSpPr/>
      </dsp:nvSpPr>
      <dsp:spPr>
        <a:xfrm>
          <a:off x="8003454" y="1332493"/>
          <a:ext cx="501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7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8240853" y="1375553"/>
        <a:ext cx="26599" cy="5319"/>
      </dsp:txXfrm>
    </dsp:sp>
    <dsp:sp modelId="{F4044D02-5484-4494-B54A-F24CED3244C3}">
      <dsp:nvSpPr>
        <dsp:cNvPr id="0" name=""/>
        <dsp:cNvSpPr/>
      </dsp:nvSpPr>
      <dsp:spPr>
        <a:xfrm>
          <a:off x="5692221" y="684303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3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базы данных и моделей данных</a:t>
          </a:r>
        </a:p>
      </dsp:txBody>
      <dsp:txXfrm>
        <a:off x="5692221" y="684303"/>
        <a:ext cx="2313033" cy="1387819"/>
      </dsp:txXfrm>
    </dsp:sp>
    <dsp:sp modelId="{E20C3111-22BE-46B8-BE21-7F74C2E20184}">
      <dsp:nvSpPr>
        <dsp:cNvPr id="0" name=""/>
        <dsp:cNvSpPr/>
      </dsp:nvSpPr>
      <dsp:spPr>
        <a:xfrm>
          <a:off x="1156524" y="2070323"/>
          <a:ext cx="8537244" cy="504270"/>
        </a:xfrm>
        <a:custGeom>
          <a:avLst/>
          <a:gdLst/>
          <a:ahLst/>
          <a:cxnLst/>
          <a:rect l="0" t="0" r="0" b="0"/>
          <a:pathLst>
            <a:path>
              <a:moveTo>
                <a:pt x="8537244" y="0"/>
              </a:moveTo>
              <a:lnTo>
                <a:pt x="8537244" y="269235"/>
              </a:lnTo>
              <a:lnTo>
                <a:pt x="0" y="269235"/>
              </a:lnTo>
              <a:lnTo>
                <a:pt x="0" y="50427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5211297" y="2319798"/>
        <a:ext cx="427699" cy="5319"/>
      </dsp:txXfrm>
    </dsp:sp>
    <dsp:sp modelId="{EF091A1D-E1C9-4CCD-AB46-92769FD01087}">
      <dsp:nvSpPr>
        <dsp:cNvPr id="0" name=""/>
        <dsp:cNvSpPr/>
      </dsp:nvSpPr>
      <dsp:spPr>
        <a:xfrm>
          <a:off x="8537252" y="684303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4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серверной логики</a:t>
          </a:r>
        </a:p>
      </dsp:txBody>
      <dsp:txXfrm>
        <a:off x="8537252" y="684303"/>
        <a:ext cx="2313033" cy="1387819"/>
      </dsp:txXfrm>
    </dsp:sp>
    <dsp:sp modelId="{59154EE4-952A-486F-87D0-7EC0D5BBFE9B}">
      <dsp:nvSpPr>
        <dsp:cNvPr id="0" name=""/>
        <dsp:cNvSpPr/>
      </dsp:nvSpPr>
      <dsp:spPr>
        <a:xfrm>
          <a:off x="2311241" y="3252311"/>
          <a:ext cx="503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592"/>
              </a:moveTo>
              <a:lnTo>
                <a:pt x="268874" y="48592"/>
              </a:lnTo>
              <a:lnTo>
                <a:pt x="268874" y="45720"/>
              </a:lnTo>
              <a:lnTo>
                <a:pt x="503548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549662" y="3295371"/>
        <a:ext cx="26707" cy="5319"/>
      </dsp:txXfrm>
    </dsp:sp>
    <dsp:sp modelId="{B344DD91-990F-4215-98BC-F22F7BF32146}">
      <dsp:nvSpPr>
        <dsp:cNvPr id="0" name=""/>
        <dsp:cNvSpPr/>
      </dsp:nvSpPr>
      <dsp:spPr>
        <a:xfrm>
          <a:off x="8" y="2606994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5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Разработка пользовательского интерфейса</a:t>
          </a:r>
        </a:p>
      </dsp:txBody>
      <dsp:txXfrm>
        <a:off x="8" y="2606994"/>
        <a:ext cx="2313033" cy="1387819"/>
      </dsp:txXfrm>
    </dsp:sp>
    <dsp:sp modelId="{B411176A-8AD9-430D-B018-6E966ECE252A}">
      <dsp:nvSpPr>
        <dsp:cNvPr id="0" name=""/>
        <dsp:cNvSpPr/>
      </dsp:nvSpPr>
      <dsp:spPr>
        <a:xfrm>
          <a:off x="5158423" y="3252311"/>
          <a:ext cx="501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7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5395822" y="3295371"/>
        <a:ext cx="26599" cy="5319"/>
      </dsp:txXfrm>
    </dsp:sp>
    <dsp:sp modelId="{ABB54F77-0C27-4574-B04D-49C04A560640}">
      <dsp:nvSpPr>
        <dsp:cNvPr id="0" name=""/>
        <dsp:cNvSpPr/>
      </dsp:nvSpPr>
      <dsp:spPr>
        <a:xfrm>
          <a:off x="2847190" y="2604121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6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Реализация управления транзакциями</a:t>
          </a:r>
        </a:p>
      </dsp:txBody>
      <dsp:txXfrm>
        <a:off x="2847190" y="2604121"/>
        <a:ext cx="2313033" cy="1387819"/>
      </dsp:txXfrm>
    </dsp:sp>
    <dsp:sp modelId="{232AF5F8-5BC7-4E46-BA5E-A95F03AEFBA0}">
      <dsp:nvSpPr>
        <dsp:cNvPr id="0" name=""/>
        <dsp:cNvSpPr/>
      </dsp:nvSpPr>
      <dsp:spPr>
        <a:xfrm>
          <a:off x="8003454" y="3252311"/>
          <a:ext cx="501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7" y="45720"/>
              </a:lnTo>
            </a:path>
          </a:pathLst>
        </a:custGeom>
        <a:noFill/>
        <a:ln w="12700" cap="flat" cmpd="sng" algn="ctr">
          <a:solidFill>
            <a:srgbClr val="E4362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8240853" y="3295371"/>
        <a:ext cx="26599" cy="5319"/>
      </dsp:txXfrm>
    </dsp:sp>
    <dsp:sp modelId="{3647B39D-3B5E-4DFE-830B-4171B631EB38}">
      <dsp:nvSpPr>
        <dsp:cNvPr id="0" name=""/>
        <dsp:cNvSpPr/>
      </dsp:nvSpPr>
      <dsp:spPr>
        <a:xfrm>
          <a:off x="5692221" y="2604121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7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Тестирование и отладка</a:t>
          </a:r>
        </a:p>
      </dsp:txBody>
      <dsp:txXfrm>
        <a:off x="5692221" y="2604121"/>
        <a:ext cx="2313033" cy="1387819"/>
      </dsp:txXfrm>
    </dsp:sp>
    <dsp:sp modelId="{E52FA33B-6C3C-4AFA-AC96-8EBC769D0887}">
      <dsp:nvSpPr>
        <dsp:cNvPr id="0" name=""/>
        <dsp:cNvSpPr/>
      </dsp:nvSpPr>
      <dsp:spPr>
        <a:xfrm>
          <a:off x="8537252" y="2604121"/>
          <a:ext cx="2313033" cy="1387819"/>
        </a:xfrm>
        <a:prstGeom prst="rect">
          <a:avLst/>
        </a:prstGeom>
        <a:solidFill>
          <a:srgbClr val="F3F2F3"/>
        </a:solidFill>
        <a:ln w="19050" cap="flat" cmpd="sng" algn="ctr">
          <a:solidFill>
            <a:srgbClr val="4DBFE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Этап 8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1800" kern="12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Документирование</a:t>
          </a:r>
        </a:p>
      </dsp:txBody>
      <dsp:txXfrm>
        <a:off x="8537252" y="2604121"/>
        <a:ext cx="2313033" cy="1387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3A00E-97C8-46D5-A034-E96E9CBB0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2D3303-7248-4E0D-8078-53B72C965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8E7B9-10D9-4B7E-9CFE-44A97C93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CC093-A7CF-4559-B49E-4810303B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59579D-D739-497C-878B-94CA7E91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60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3E16-AA4D-4695-B057-CA85C582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109933-0A71-4828-99D5-97882126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75BBAF-BF7D-496C-B462-4F1AC822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EDD7C5-7F8B-4A3B-9870-61C7C8D2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F7328B-4371-441E-B0E8-EECC173F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16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29B96-1DDC-4E50-874B-25EC0620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EC125A-1EC9-4B5C-A76F-45C9CB2C4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1E91B4-50E3-46AB-B5C6-6062FE59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163F2-AA18-49C3-ACA3-E61A605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19BD02-47A5-4981-B147-3F2BD8E4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EA79A-EA30-4B1E-8756-9D55C2FA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E81122-92BE-4E1B-85CC-A377D88EB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B7D280-13BB-4F83-9EE9-ECF1DDF09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DFB11E-E81F-4A78-BE7D-D2E8005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D8394A-6AD7-48BB-B8C4-15486CA9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0F0ADB-F29D-40BC-BA77-7AEEC1DA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24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EE157-9EAD-4373-951D-6CF66AE2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240452-B885-40A3-8762-91EC7F32F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6E4A8A-3B95-4AD4-85B8-09D2A162E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AAFCCB-D28C-4072-AAC5-A03A64A39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7310E8-777C-4B7F-8B91-5C0145999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0E94A9-C260-44C9-BC99-53465E4D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B5BC23-C0E5-429D-928B-3BEB1F72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A232A97-2557-4EF6-A750-153D60CC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21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E0259-7B81-4369-B031-FBEF9778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763C82-6AAC-4303-B4C2-DAB85A7B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124785-8329-4BAF-8650-93424B37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C8198B-FD21-43F7-ABEE-96D59782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83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E26DDE-593B-4887-BF19-A89F4DB9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E2C248-88CF-4C99-BA10-4408C6BFE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BBBA60-BF6D-4C75-94A1-FAD82C01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79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B3122-BAA9-45DC-9623-CFCBA4D0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685DBD-DCA8-4825-9C26-E1D39903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CD8334-6A3A-450C-B1C3-7D8CD7A25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E5B788-08E2-4684-A3D7-5648385B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757C87-AE97-41EB-9BFB-E0751AB7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A6E846-461F-479E-B37E-B7F36739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45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5395F-ACD4-428C-A784-2F37AC44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9B29B01-294F-43E7-9F90-562F4A33A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D8BA1A-2C06-4FB7-850B-6B34ECE04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AF12C2-F171-40C3-94A5-6BA8C1AA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B1D679-AC69-4C64-BA0D-80CA2077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9017D2-0376-4A8F-848E-C27A99A9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9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BC0DB-C043-49FB-9051-6C1ED00B5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9B7D09-9106-4462-965E-FCCD8E468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6B5539-D320-44B2-B841-85924C9D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610CA-C84D-4A4E-BEBF-8068F341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A1D3A-DCA9-4B0C-B33B-EB1201D0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1924BE-12B0-4B74-B234-3BE109B25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AC5163-E597-4D11-933D-A7259A9C3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AC9BB-5351-4BE4-B2F7-BA3A3CBC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EA3B08-A689-4262-920C-FF884AD7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389B3E-78DD-4269-B028-B3D9D616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5D25-F3A7-4052-BE01-924432A6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FC0FCA-C478-49C3-B5DE-CC463C11F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A1F046-11BC-4C60-B0FD-F3C1B33D4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31E28-5E6E-4CE1-A6A2-B0B4794C87B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8E705-37A2-4A14-A9F4-3FD537DE9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61AFE-C69B-4CB5-8124-EC81C4FAD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E6471-709C-47AC-9845-E91613F154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58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53482B-A731-412D-AF29-9048D3EB3C90}"/>
              </a:ext>
            </a:extLst>
          </p:cNvPr>
          <p:cNvSpPr txBox="1"/>
          <p:nvPr/>
        </p:nvSpPr>
        <p:spPr>
          <a:xfrm>
            <a:off x="1500145" y="1379214"/>
            <a:ext cx="9191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Технико-юридическое отделение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Информационных технологий и композитных материалов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 (Специалист по информационным системам)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B1ED6-FDE0-4498-B25B-2119B2A7B77E}"/>
              </a:ext>
            </a:extLst>
          </p:cNvPr>
          <p:cNvSpPr txBox="1"/>
          <p:nvPr/>
        </p:nvSpPr>
        <p:spPr>
          <a:xfrm>
            <a:off x="2337683" y="2690336"/>
            <a:ext cx="7516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МОДУЛЯ ДЛЯ МОНИТОРИНГА БАНКОВСКИХ ОПЕРАЦИЙ ПАО «СБЕРБАНК»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17BCE-020C-45BF-9CD8-828E20F2CA7D}"/>
              </a:ext>
            </a:extLst>
          </p:cNvPr>
          <p:cNvSpPr txBox="1"/>
          <p:nvPr/>
        </p:nvSpPr>
        <p:spPr>
          <a:xfrm>
            <a:off x="1407382" y="4341412"/>
            <a:ext cx="2989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гр. 22/ИС-491кв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4A6AE-1826-4F54-80F6-402D5DC3D7C1}"/>
              </a:ext>
            </a:extLst>
          </p:cNvPr>
          <p:cNvSpPr txBox="1"/>
          <p:nvPr/>
        </p:nvSpPr>
        <p:spPr>
          <a:xfrm>
            <a:off x="1407382" y="5089306"/>
            <a:ext cx="2989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E7F89-5370-4267-A897-3C118A96C922}"/>
              </a:ext>
            </a:extLst>
          </p:cNvPr>
          <p:cNvSpPr txBox="1"/>
          <p:nvPr/>
        </p:nvSpPr>
        <p:spPr>
          <a:xfrm>
            <a:off x="9027042" y="4341412"/>
            <a:ext cx="190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С.И. Пономарев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DA2059-485D-423A-9286-46FFC6232DE8}"/>
              </a:ext>
            </a:extLst>
          </p:cNvPr>
          <p:cNvSpPr txBox="1"/>
          <p:nvPr/>
        </p:nvSpPr>
        <p:spPr>
          <a:xfrm>
            <a:off x="9027042" y="5089306"/>
            <a:ext cx="190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И.И. Коломейцев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C4402D-6C63-421D-B7C6-AF869E771ACC}"/>
              </a:ext>
            </a:extLst>
          </p:cNvPr>
          <p:cNvSpPr txBox="1"/>
          <p:nvPr/>
        </p:nvSpPr>
        <p:spPr>
          <a:xfrm>
            <a:off x="4927819" y="5644584"/>
            <a:ext cx="233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Екатеринбург, 2026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B09378-1936-0784-66BC-CAA806C72FE4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C823A6-FE07-52F8-05C1-D78E829A8E14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4DA95-1FE2-4574-86BB-B59D87898D12}"/>
              </a:ext>
            </a:extLst>
          </p:cNvPr>
          <p:cNvSpPr txBox="1"/>
          <p:nvPr/>
        </p:nvSpPr>
        <p:spPr>
          <a:xfrm>
            <a:off x="1500145" y="479255"/>
            <a:ext cx="921953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СВЕРДЛОВСКОЙ ОБЛАСТИ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Свердловской области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«Уральский политехнический колледж – Межрегиональный центр компетенции»</a:t>
            </a:r>
          </a:p>
        </p:txBody>
      </p:sp>
    </p:spTree>
    <p:extLst>
      <p:ext uri="{BB962C8B-B14F-4D97-AF65-F5344CB8AC3E}">
        <p14:creationId xmlns:p14="http://schemas.microsoft.com/office/powerpoint/2010/main" val="379783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FC7A1-9684-40A5-A0F6-988E87C35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646" y="583337"/>
            <a:ext cx="1932708" cy="716252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77269-35B2-4446-9902-653E3CE3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63" y="1522630"/>
            <a:ext cx="11423073" cy="4483316"/>
          </a:xfrm>
        </p:spPr>
        <p:txBody>
          <a:bodyPr>
            <a:noAutofit/>
          </a:bodyPr>
          <a:lstStyle/>
          <a:p>
            <a:pPr marL="0" indent="45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мониторинга банковских операций.</a:t>
            </a:r>
          </a:p>
          <a:p>
            <a:pPr marL="0" indent="45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 веб-ориентированного модуля мониторинга банковских операций для корпоративной информационной системы от ПАО «СБЕРБАНК».</a:t>
            </a:r>
          </a:p>
          <a:p>
            <a:pPr marL="0" indent="45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и существующих способов мониторинга банковских операций.</a:t>
            </a: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базы данных и определить основные сущности.</a:t>
            </a: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веб-модуль.</a:t>
            </a: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мониторинг и управление банковскими операциями клиентов банка.</a:t>
            </a:r>
          </a:p>
          <a:p>
            <a:pPr marL="0" lvl="1" indent="4500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разработанного программного продукта.</a:t>
            </a:r>
          </a:p>
          <a:p>
            <a:pPr marL="0" indent="45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Снижение трудоемкости, исключение ошибок, централизация данных транзакций.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D202B6-C543-B97B-D8FA-FE841BD59B1E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C97B60-DA8A-5BF5-1EAC-17FB2287697F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50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8C9EC-23F8-47C8-A5D3-64C702B4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09" y="427471"/>
            <a:ext cx="5964381" cy="88178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характеристика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5F3BA4-F1C8-4EEA-B74E-6E890022A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65605"/>
            <a:ext cx="10515600" cy="3058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Веб-ориентированный модуль «Банк Система».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Клиент-серверная.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Python,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HTML/CSS/JS,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5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Ролевая модель:</a:t>
            </a:r>
          </a:p>
          <a:p>
            <a:pPr marL="0" lvl="1" indent="450000" algn="just">
              <a:lnSpc>
                <a:spcPct val="114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 Управление сотрудниками и операциями.</a:t>
            </a:r>
          </a:p>
          <a:p>
            <a:pPr marL="0" lvl="1" indent="450000" algn="just">
              <a:lnSpc>
                <a:spcPct val="114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Сотрудник: Работа с транзакциями, отправка заявок на проверку транзакций.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49CC306-EF29-B82F-C738-ADC805BFBA42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137A1E-F071-A1B3-6CC8-40BDC3E22E54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28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FD794-4E59-49B4-AF98-B58FBB8F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569" y="394854"/>
            <a:ext cx="5644861" cy="106723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разработки программного продукта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B17E65-D9F4-9F5E-C78B-131FE046E43E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D02586-C8B8-E9F1-5987-B4177DA7402C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58A08D13-5001-F6B8-5490-E059FF462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950719"/>
              </p:ext>
            </p:extLst>
          </p:nvPr>
        </p:nvGraphicFramePr>
        <p:xfrm>
          <a:off x="669776" y="1462088"/>
          <a:ext cx="10852445" cy="4676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56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88C2D-681B-41DB-9FDF-7CCF059A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568" y="132375"/>
            <a:ext cx="5138863" cy="82757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«Сущность-связь»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510B05-2EF7-EA60-574A-F4E851F9674D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49482E-F10B-4AE5-6CFA-B412A2DC6F5D}"/>
              </a:ext>
            </a:extLst>
          </p:cNvPr>
          <p:cNvSpPr/>
          <p:nvPr/>
        </p:nvSpPr>
        <p:spPr>
          <a:xfrm>
            <a:off x="394284" y="467591"/>
            <a:ext cx="2660644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E17C94-096C-FEC4-7938-453F4351AFD9}"/>
              </a:ext>
            </a:extLst>
          </p:cNvPr>
          <p:cNvSpPr/>
          <p:nvPr/>
        </p:nvSpPr>
        <p:spPr>
          <a:xfrm>
            <a:off x="-74213" y="6100400"/>
            <a:ext cx="12340424" cy="807057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37A3CB-605A-41F7-9B60-DB15B34DF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728" y="1104482"/>
            <a:ext cx="5696745" cy="43725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5F1F76-BC78-4702-9531-F41390FF9FF2}"/>
              </a:ext>
            </a:extLst>
          </p:cNvPr>
          <p:cNvSpPr txBox="1"/>
          <p:nvPr/>
        </p:nvSpPr>
        <p:spPr>
          <a:xfrm>
            <a:off x="1724606" y="5530348"/>
            <a:ext cx="221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31A27F-6E17-48A2-9C5A-C06ED2691C08}"/>
              </a:ext>
            </a:extLst>
          </p:cNvPr>
          <p:cNvSpPr txBox="1"/>
          <p:nvPr/>
        </p:nvSpPr>
        <p:spPr>
          <a:xfrm>
            <a:off x="8248934" y="5492303"/>
            <a:ext cx="243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pic>
        <p:nvPicPr>
          <p:cNvPr id="23" name="Объект 22">
            <a:extLst>
              <a:ext uri="{FF2B5EF4-FFF2-40B4-BE49-F238E27FC236}">
                <a16:creationId xmlns:a16="http://schemas.microsoft.com/office/drawing/2014/main" id="{943514D8-5189-4FE9-85E1-19E97FD02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21" y="1089246"/>
            <a:ext cx="5696745" cy="4387821"/>
          </a:xfrm>
        </p:spPr>
      </p:pic>
    </p:spTree>
    <p:extLst>
      <p:ext uri="{BB962C8B-B14F-4D97-AF65-F5344CB8AC3E}">
        <p14:creationId xmlns:p14="http://schemas.microsoft.com/office/powerpoint/2010/main" val="408916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B31B51-B6C6-8102-75E9-35D355180B00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C60ED6-034D-8023-EB72-65DB74B27CC8}"/>
              </a:ext>
            </a:extLst>
          </p:cNvPr>
          <p:cNvSpPr/>
          <p:nvPr/>
        </p:nvSpPr>
        <p:spPr>
          <a:xfrm>
            <a:off x="419450" y="467591"/>
            <a:ext cx="2635477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36D74-CA3E-4B26-8459-4A64C81D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309" y="185455"/>
            <a:ext cx="6741380" cy="7182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программного продукта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5F0412-0B90-9F08-73AD-47985E275A33}"/>
              </a:ext>
            </a:extLst>
          </p:cNvPr>
          <p:cNvSpPr/>
          <p:nvPr/>
        </p:nvSpPr>
        <p:spPr>
          <a:xfrm>
            <a:off x="-74212" y="6050943"/>
            <a:ext cx="12340424" cy="807057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E2161E4-98F4-41F6-B181-27EA7CF19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929256"/>
            <a:ext cx="8306799" cy="5135563"/>
          </a:xfrm>
        </p:spPr>
      </p:pic>
    </p:spTree>
    <p:extLst>
      <p:ext uri="{BB962C8B-B14F-4D97-AF65-F5344CB8AC3E}">
        <p14:creationId xmlns:p14="http://schemas.microsoft.com/office/powerpoint/2010/main" val="42421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C711E5-0BF8-2FF4-11EA-69717E72FCB7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F4F9EA-06BD-B9DC-2C05-7E3326441D90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91051-B61A-423C-A9A1-70DBBFCC6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018" y="381100"/>
            <a:ext cx="5265964" cy="111202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 часть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BF44533-75B3-7783-D3E1-4C84D15F02D1}"/>
              </a:ext>
            </a:extLst>
          </p:cNvPr>
          <p:cNvSpPr/>
          <p:nvPr/>
        </p:nvSpPr>
        <p:spPr>
          <a:xfrm>
            <a:off x="947279" y="2625918"/>
            <a:ext cx="2878372" cy="1606164"/>
          </a:xfrm>
          <a:prstGeom prst="roundRect">
            <a:avLst/>
          </a:prstGeom>
          <a:solidFill>
            <a:srgbClr val="F3F2F3"/>
          </a:solidFill>
          <a:ln w="19050">
            <a:solidFill>
              <a:srgbClr val="4DB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195545,94</a:t>
            </a:r>
          </a:p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руб.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B03BABB-7566-9698-20C4-907B7D299615}"/>
              </a:ext>
            </a:extLst>
          </p:cNvPr>
          <p:cNvSpPr/>
          <p:nvPr/>
        </p:nvSpPr>
        <p:spPr>
          <a:xfrm>
            <a:off x="4656814" y="2625918"/>
            <a:ext cx="2878372" cy="1606164"/>
          </a:xfrm>
          <a:prstGeom prst="roundRect">
            <a:avLst/>
          </a:prstGeom>
          <a:solidFill>
            <a:srgbClr val="F3F2F3"/>
          </a:solidFill>
          <a:ln w="19050">
            <a:solidFill>
              <a:srgbClr val="4DB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183576,76</a:t>
            </a:r>
          </a:p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руб.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C599EA6-A413-9FA9-395E-9058D2C0318C}"/>
              </a:ext>
            </a:extLst>
          </p:cNvPr>
          <p:cNvSpPr/>
          <p:nvPr/>
        </p:nvSpPr>
        <p:spPr>
          <a:xfrm>
            <a:off x="8366349" y="2625918"/>
            <a:ext cx="2878372" cy="1606164"/>
          </a:xfrm>
          <a:prstGeom prst="roundRect">
            <a:avLst/>
          </a:prstGeom>
          <a:solidFill>
            <a:srgbClr val="F3F2F3"/>
          </a:solidFill>
          <a:ln w="19050">
            <a:solidFill>
              <a:srgbClr val="4DB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1,09 года</a:t>
            </a:r>
          </a:p>
          <a:p>
            <a:pPr algn="ctr"/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(≈ 398</a:t>
            </a:r>
            <a:r>
              <a:rPr lang="en-US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E436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дней)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42AEF-59B1-DF58-03E1-551BDFA36E7C}"/>
              </a:ext>
            </a:extLst>
          </p:cNvPr>
          <p:cNvSpPr txBox="1"/>
          <p:nvPr/>
        </p:nvSpPr>
        <p:spPr>
          <a:xfrm>
            <a:off x="579096" y="4533881"/>
            <a:ext cx="36147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 продукта</a:t>
            </a:r>
            <a:endParaRPr lang="ru-R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5E045-1B7F-BAFB-5330-F2E849C992B8}"/>
              </a:ext>
            </a:extLst>
          </p:cNvPr>
          <p:cNvSpPr txBox="1"/>
          <p:nvPr/>
        </p:nvSpPr>
        <p:spPr>
          <a:xfrm>
            <a:off x="4451917" y="4533880"/>
            <a:ext cx="3288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Годовой экономический эффект</a:t>
            </a:r>
            <a:endParaRPr lang="ru-RU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BE10BB-1434-A688-3689-00CD3E8DDB54}"/>
              </a:ext>
            </a:extLst>
          </p:cNvPr>
          <p:cNvSpPr txBox="1"/>
          <p:nvPr/>
        </p:nvSpPr>
        <p:spPr>
          <a:xfrm>
            <a:off x="8790102" y="4533879"/>
            <a:ext cx="2030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6871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820A067-3123-43CC-93B0-7F497948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57" y="1506773"/>
            <a:ext cx="11187485" cy="4413967"/>
          </a:xfrm>
        </p:spPr>
        <p:txBody>
          <a:bodyPr>
            <a:normAutofit/>
          </a:bodyPr>
          <a:lstStyle/>
          <a:p>
            <a:pPr marL="0" indent="45000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 выполнения проекта: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и протестирован веб-ориентированный модуль «Банк Система», полностью соответствующий техническому заданию.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Решены следующие задачи: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и эффект: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модуля позволяет сократить временные затраты сотрудников банка.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Исключены арифметические ошибки и дублирование данных, характерные для ручного ввода в электронные таблицы.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Обеспечено единое централизованное хранение актуальной информации о счетах и транзакциях клиентов.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 эффективность: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разработки: 195545,94 руб.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Годовая экономия от внедрения: 183576,76 руб.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 проекта составляет 1.09 года (≈ 398 дней), что подтверждает высокую эффективность инвестиций в разработку.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CFF817-1F2C-2124-2776-2AA380419F33}"/>
              </a:ext>
            </a:extLst>
          </p:cNvPr>
          <p:cNvSpPr/>
          <p:nvPr/>
        </p:nvSpPr>
        <p:spPr>
          <a:xfrm>
            <a:off x="10308928" y="282136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27AEDC-9DD7-8CDC-F861-9D4756D23D8A}"/>
              </a:ext>
            </a:extLst>
          </p:cNvPr>
          <p:cNvSpPr/>
          <p:nvPr/>
        </p:nvSpPr>
        <p:spPr>
          <a:xfrm>
            <a:off x="1407382" y="467591"/>
            <a:ext cx="1647545" cy="923330"/>
          </a:xfrm>
          <a:prstGeom prst="rect">
            <a:avLst/>
          </a:prstGeom>
          <a:solidFill>
            <a:srgbClr val="F3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4CE07-16E0-45A7-9CC7-B22E0F0C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77" y="578418"/>
            <a:ext cx="3162300" cy="70167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577941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400</Words>
  <Application>Microsoft Office PowerPoint</Application>
  <PresentationFormat>Широкоэкранный</PresentationFormat>
  <Paragraphs>72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Введение</vt:lpstr>
      <vt:lpstr>Общая характеристика модуля</vt:lpstr>
      <vt:lpstr>Этапы разработки программного продукта</vt:lpstr>
      <vt:lpstr>Диаграмма «Сущность-связь»</vt:lpstr>
      <vt:lpstr>Структура программного продукта</vt:lpstr>
      <vt:lpstr>Экономическая часть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outlook_37F9C8C81FFAEFDD@outlook.com</dc:creator>
  <cp:lastModifiedBy>Степан</cp:lastModifiedBy>
  <cp:revision>27</cp:revision>
  <dcterms:created xsi:type="dcterms:W3CDTF">2026-06-15T14:08:41Z</dcterms:created>
  <dcterms:modified xsi:type="dcterms:W3CDTF">2026-06-24T20:45:54Z</dcterms:modified>
</cp:coreProperties>
</file>